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0FE62F-2431-D353-F244-3F9032C31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B4F323D-A119-9E8B-8A57-DF7CB8F6E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17BBE1-9842-6701-A7E2-0D4242CD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83950-4E12-446B-9066-B18A7F7CF44A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2935CE-FC85-4638-BE7B-10E426A13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94326C-4252-9D3C-163A-47E1F5BA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33F1-19E2-4656-8630-650277379A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2425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25E14A-33EC-C1B2-D9B7-BBA9D9927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08FD34-9351-B9F7-C536-699C55251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42C53B-0A75-BC35-E81C-86A7D4D28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83950-4E12-446B-9066-B18A7F7CF44A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1349A2-1283-B373-A375-437E358A2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E3619E-4B73-F8ED-FDF5-63F0E4BF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33F1-19E2-4656-8630-650277379A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871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5D57F5-B250-BDE5-89E2-96EDFA45C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02FDFB-5DC5-78F5-9564-0A1C15CDA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2EDE6D-E1D0-909F-BA86-97D36F46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83950-4E12-446B-9066-B18A7F7CF44A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0EB50F-4B8B-2D0A-3990-FB63D674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26ADB5-1479-8343-F382-BFB4F4D2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33F1-19E2-4656-8630-650277379A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584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4E18F3-8A81-9DAB-84F1-B92AF014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5EF478-DE26-8EF9-B7CE-B4B3D98184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C42052C-E5C8-181D-4544-7901B5A3C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09F7D2-0B0A-399D-5A5B-6E6E00837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83950-4E12-446B-9066-B18A7F7CF44A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E41ED74-4227-631A-78B9-5CEE78B72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AF5AA48-847B-1FD9-614A-76722435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33F1-19E2-4656-8630-650277379A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101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6F7A0A-9023-C430-E6E8-556CCF363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C5D9AF-3D6C-81DA-BA4B-6E8A4AF5B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6C8FE2-F177-5CF3-D88F-A2900DFAF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99B756F-309E-824A-ECE8-F7E4C406D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A4442CB-4170-AC98-BC11-EA8E7D55D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DAEA93D-CEAA-CBCD-16A4-B4DE960DA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83950-4E12-446B-9066-B18A7F7CF44A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370B5C5-3BD9-45E8-2AC5-150694766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A1E46E2-D03F-484D-25DD-96664D89D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33F1-19E2-4656-8630-650277379A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498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47AEED-DD60-2F93-3337-40C1D0FA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173E24F-C36A-ADB5-7202-2DEBA686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83950-4E12-446B-9066-B18A7F7CF44A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F68A38F-F00B-0BE1-0732-EFF772EF5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E97C0B-D94D-5D0A-E5D3-842B99CB8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33F1-19E2-4656-8630-650277379A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148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460B05C-8A1B-C28E-C612-DCF96BBE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83950-4E12-446B-9066-B18A7F7CF44A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D1B8355-BD91-41F4-8E6A-8117B22B4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C94009-F170-94A5-8B45-9FED5B58C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33F1-19E2-4656-8630-650277379A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012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A6D4A0-5020-68ED-9580-BE0DADF9B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94A1D2-E549-E4AC-15C6-DACC18664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6356A3-202B-F5D7-0F50-8E63997C8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EC37B9-0DE7-8BE0-6B42-87CD111F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83950-4E12-446B-9066-B18A7F7CF44A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A0BDDB-D165-F3C8-03DF-37BC0CCFD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FB151B0-CB0B-724A-9BF9-99A1E065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33F1-19E2-4656-8630-650277379A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46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B19DBD-16EF-B97B-4459-16620C01E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BA28E9C-B69F-68B8-4FB2-9350DC69F8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8EA21C5-DCE9-78D7-FD7A-ECAC4DC22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D8A806-98B8-B89B-355C-DAF45DD5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83950-4E12-446B-9066-B18A7F7CF44A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860DBB-6773-C9EB-5EB6-6563F70D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057A47-7D0A-68A7-9C2D-56D21D526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33F1-19E2-4656-8630-650277379A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4631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680D0D-D05A-4A68-D95A-4CD32663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A0C35A7-1BAC-96B7-8B0F-BED0B6356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AD3E65-80E9-C803-F916-6311F24E7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83950-4E12-446B-9066-B18A7F7CF44A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4B71BD-0A8F-5E00-6492-36444BFD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131A05-7749-0879-665F-37152EBEB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33F1-19E2-4656-8630-650277379A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287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0E6A1EB-020D-BB1F-4D45-3F3192A05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F80CCB5-9FDE-E7CF-0C08-4EC38DEC8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5323A7-D12B-065F-7546-22F58B933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83950-4E12-446B-9066-B18A7F7CF44A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38AD76-D8E8-4C13-7865-0C8E5573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4AF07E-8EFB-56C0-3B46-2E85BEEF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33F1-19E2-4656-8630-650277379A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162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2D0507D-E2A0-0A46-C4C7-79BE6A361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2B4D68-1CCC-89BF-1999-1A4C77AF7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A96699-178D-85CF-37B7-08FFE3BD0B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83950-4E12-446B-9066-B18A7F7CF44A}" type="datetimeFigureOut">
              <a:rPr lang="fr-FR" smtClean="0"/>
              <a:t>31/07/2026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36103F-1BBA-334B-4495-90B7F4D22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741EE4-103D-8C20-DE18-06A6AF9C5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3D33F1-19E2-4656-8630-650277379AFE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6903D3E-3E91-D49A-13FC-CA5D3C2869D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1575" y="6642100"/>
            <a:ext cx="822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Public</a:t>
            </a:r>
          </a:p>
        </p:txBody>
      </p:sp>
    </p:spTree>
    <p:extLst>
      <p:ext uri="{BB962C8B-B14F-4D97-AF65-F5344CB8AC3E}">
        <p14:creationId xmlns:p14="http://schemas.microsoft.com/office/powerpoint/2010/main" val="202824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40AAD19-BB20-7284-D928-E52DC104A4D1}"/>
              </a:ext>
            </a:extLst>
          </p:cNvPr>
          <p:cNvSpPr/>
          <p:nvPr/>
        </p:nvSpPr>
        <p:spPr>
          <a:xfrm rot="10800000">
            <a:off x="7494816" y="1628999"/>
            <a:ext cx="2016000" cy="115723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1506ED-5461-5651-6C6B-181680948516}"/>
              </a:ext>
            </a:extLst>
          </p:cNvPr>
          <p:cNvSpPr/>
          <p:nvPr/>
        </p:nvSpPr>
        <p:spPr>
          <a:xfrm>
            <a:off x="9510816" y="1628997"/>
            <a:ext cx="2304000" cy="115723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20DC8F-EDE8-FD2F-E6B9-2EA896F4C17B}"/>
              </a:ext>
            </a:extLst>
          </p:cNvPr>
          <p:cNvSpPr/>
          <p:nvPr/>
        </p:nvSpPr>
        <p:spPr>
          <a:xfrm>
            <a:off x="3174815" y="1628999"/>
            <a:ext cx="2304000" cy="11572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54D09-08BA-056B-A8AE-F76D4D4382F7}"/>
              </a:ext>
            </a:extLst>
          </p:cNvPr>
          <p:cNvSpPr/>
          <p:nvPr/>
        </p:nvSpPr>
        <p:spPr>
          <a:xfrm>
            <a:off x="3174816" y="1628999"/>
            <a:ext cx="720000" cy="11572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45D3DB-894F-01B1-3544-11248D8CCEF5}"/>
              </a:ext>
            </a:extLst>
          </p:cNvPr>
          <p:cNvSpPr/>
          <p:nvPr/>
        </p:nvSpPr>
        <p:spPr>
          <a:xfrm>
            <a:off x="3894816" y="1628999"/>
            <a:ext cx="3600000" cy="11572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F4541C-3306-CA8B-9090-A3B76A01B637}"/>
              </a:ext>
            </a:extLst>
          </p:cNvPr>
          <p:cNvSpPr/>
          <p:nvPr/>
        </p:nvSpPr>
        <p:spPr>
          <a:xfrm>
            <a:off x="3894816" y="1628999"/>
            <a:ext cx="1584000" cy="11572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EEC50-F47E-7475-237C-452B725B092A}"/>
              </a:ext>
            </a:extLst>
          </p:cNvPr>
          <p:cNvSpPr/>
          <p:nvPr/>
        </p:nvSpPr>
        <p:spPr>
          <a:xfrm>
            <a:off x="5478816" y="1628999"/>
            <a:ext cx="2016000" cy="11572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3E1DD-65D2-00F3-4055-D530F1223BE1}"/>
              </a:ext>
            </a:extLst>
          </p:cNvPr>
          <p:cNvSpPr/>
          <p:nvPr/>
        </p:nvSpPr>
        <p:spPr>
          <a:xfrm>
            <a:off x="6774816" y="1628999"/>
            <a:ext cx="720000" cy="11572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4A6A5F-C868-4E96-20AC-715FAFE9DCD4}"/>
              </a:ext>
            </a:extLst>
          </p:cNvPr>
          <p:cNvSpPr/>
          <p:nvPr/>
        </p:nvSpPr>
        <p:spPr>
          <a:xfrm rot="10800000">
            <a:off x="11094816" y="1628999"/>
            <a:ext cx="720000" cy="11572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69F1C9-AE24-7F3F-2AB0-D238A8E09548}"/>
              </a:ext>
            </a:extLst>
          </p:cNvPr>
          <p:cNvSpPr/>
          <p:nvPr/>
        </p:nvSpPr>
        <p:spPr>
          <a:xfrm rot="10800000">
            <a:off x="7494816" y="1628999"/>
            <a:ext cx="3600000" cy="11572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450C27-6BC6-14DB-8FE9-7697083F67F1}"/>
              </a:ext>
            </a:extLst>
          </p:cNvPr>
          <p:cNvSpPr/>
          <p:nvPr/>
        </p:nvSpPr>
        <p:spPr>
          <a:xfrm rot="10800000">
            <a:off x="9510816" y="1628999"/>
            <a:ext cx="1584000" cy="11572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5BEB20-0696-E32D-B7F6-77EA3DD5F30E}"/>
              </a:ext>
            </a:extLst>
          </p:cNvPr>
          <p:cNvSpPr/>
          <p:nvPr/>
        </p:nvSpPr>
        <p:spPr>
          <a:xfrm rot="10800000">
            <a:off x="7494816" y="1628999"/>
            <a:ext cx="720000" cy="11572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2C816CB1-8AC7-4950-852E-C2017895E070}"/>
              </a:ext>
            </a:extLst>
          </p:cNvPr>
          <p:cNvCxnSpPr>
            <a:stCxn id="33" idx="0"/>
            <a:endCxn id="33" idx="2"/>
          </p:cNvCxnSpPr>
          <p:nvPr/>
        </p:nvCxnSpPr>
        <p:spPr>
          <a:xfrm>
            <a:off x="4326815" y="1628999"/>
            <a:ext cx="0" cy="115723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DC69F358-7DC3-E634-804F-1335F20A74FF}"/>
              </a:ext>
            </a:extLst>
          </p:cNvPr>
          <p:cNvCxnSpPr>
            <a:cxnSpLocks/>
          </p:cNvCxnSpPr>
          <p:nvPr/>
        </p:nvCxnSpPr>
        <p:spPr>
          <a:xfrm>
            <a:off x="10675620" y="1641549"/>
            <a:ext cx="0" cy="115723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1652934D-6E10-5960-05C2-8EDF10B35045}"/>
              </a:ext>
            </a:extLst>
          </p:cNvPr>
          <p:cNvSpPr txBox="1"/>
          <p:nvPr/>
        </p:nvSpPr>
        <p:spPr>
          <a:xfrm>
            <a:off x="3174815" y="984591"/>
            <a:ext cx="2265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Notre en but </a:t>
            </a:r>
            <a:br>
              <a:rPr lang="fr-FR" b="1" dirty="0"/>
            </a:br>
            <a:r>
              <a:rPr lang="fr-FR" b="1" dirty="0"/>
              <a:t>+ nos 22m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BD629AD8-1EEB-B95D-A330-57BEEE86F542}"/>
              </a:ext>
            </a:extLst>
          </p:cNvPr>
          <p:cNvSpPr txBox="1"/>
          <p:nvPr/>
        </p:nvSpPr>
        <p:spPr>
          <a:xfrm>
            <a:off x="5427201" y="1124876"/>
            <a:ext cx="2054711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22m – 50m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F0C2B3DD-5E59-2A53-35FD-3FFC4A444DE7}"/>
              </a:ext>
            </a:extLst>
          </p:cNvPr>
          <p:cNvSpPr txBox="1"/>
          <p:nvPr/>
        </p:nvSpPr>
        <p:spPr>
          <a:xfrm>
            <a:off x="7469008" y="1124876"/>
            <a:ext cx="2054711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50m – 22m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F437295F-4FBA-4A86-904B-34613791FD7B}"/>
              </a:ext>
            </a:extLst>
          </p:cNvPr>
          <p:cNvSpPr txBox="1"/>
          <p:nvPr/>
        </p:nvSpPr>
        <p:spPr>
          <a:xfrm>
            <a:off x="9510816" y="984591"/>
            <a:ext cx="230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Leur 22m </a:t>
            </a:r>
            <a:br>
              <a:rPr lang="fr-FR" b="1" dirty="0"/>
            </a:br>
            <a:r>
              <a:rPr lang="fr-FR" b="1" dirty="0"/>
              <a:t>+ En but adverse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7652E03-901E-E38D-8470-A830DB823C48}"/>
              </a:ext>
            </a:extLst>
          </p:cNvPr>
          <p:cNvSpPr/>
          <p:nvPr/>
        </p:nvSpPr>
        <p:spPr>
          <a:xfrm>
            <a:off x="1300692" y="2289476"/>
            <a:ext cx="863245" cy="38236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08287F8D-8BAA-460D-BDA3-79626250BFD1}"/>
              </a:ext>
            </a:extLst>
          </p:cNvPr>
          <p:cNvCxnSpPr/>
          <p:nvPr/>
        </p:nvCxnSpPr>
        <p:spPr>
          <a:xfrm rot="5400000">
            <a:off x="1732315" y="2278460"/>
            <a:ext cx="0" cy="8632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39A3F1CB-C7C0-0FA0-7033-E2681E444B43}"/>
              </a:ext>
            </a:extLst>
          </p:cNvPr>
          <p:cNvCxnSpPr/>
          <p:nvPr/>
        </p:nvCxnSpPr>
        <p:spPr>
          <a:xfrm rot="5400000">
            <a:off x="1732315" y="5204497"/>
            <a:ext cx="0" cy="8632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3CDB1595-B84E-58B2-4F62-DA80DD46ECA9}"/>
              </a:ext>
            </a:extLst>
          </p:cNvPr>
          <p:cNvCxnSpPr/>
          <p:nvPr/>
        </p:nvCxnSpPr>
        <p:spPr>
          <a:xfrm rot="5400000">
            <a:off x="1732315" y="4497031"/>
            <a:ext cx="0" cy="8632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8786298E-5B47-93F0-3DC1-8F630A4FDEEB}"/>
              </a:ext>
            </a:extLst>
          </p:cNvPr>
          <p:cNvCxnSpPr/>
          <p:nvPr/>
        </p:nvCxnSpPr>
        <p:spPr>
          <a:xfrm rot="5400000">
            <a:off x="1732315" y="3035441"/>
            <a:ext cx="0" cy="86324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ZoneTexte 64">
            <a:extLst>
              <a:ext uri="{FF2B5EF4-FFF2-40B4-BE49-F238E27FC236}">
                <a16:creationId xmlns:a16="http://schemas.microsoft.com/office/drawing/2014/main" id="{05EF53AE-76E6-EB42-490D-083FB89972A0}"/>
              </a:ext>
            </a:extLst>
          </p:cNvPr>
          <p:cNvSpPr txBox="1"/>
          <p:nvPr/>
        </p:nvSpPr>
        <p:spPr>
          <a:xfrm>
            <a:off x="1095476" y="2017322"/>
            <a:ext cx="1144196" cy="184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Touche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A8EC722A-DA8E-F5BE-C6DE-96F445C1D5DF}"/>
              </a:ext>
            </a:extLst>
          </p:cNvPr>
          <p:cNvSpPr txBox="1"/>
          <p:nvPr/>
        </p:nvSpPr>
        <p:spPr>
          <a:xfrm>
            <a:off x="615973" y="2591080"/>
            <a:ext cx="696262" cy="184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/>
              <a:t>5m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31A97F9D-4161-57BB-71E0-864235CB4D8C}"/>
              </a:ext>
            </a:extLst>
          </p:cNvPr>
          <p:cNvSpPr txBox="1"/>
          <p:nvPr/>
        </p:nvSpPr>
        <p:spPr>
          <a:xfrm>
            <a:off x="463069" y="3368486"/>
            <a:ext cx="863247" cy="184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/>
              <a:t>15m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6B94A1B9-8749-CD96-4210-FA7431DE253D}"/>
              </a:ext>
            </a:extLst>
          </p:cNvPr>
          <p:cNvSpPr txBox="1"/>
          <p:nvPr/>
        </p:nvSpPr>
        <p:spPr>
          <a:xfrm>
            <a:off x="1160217" y="6119851"/>
            <a:ext cx="1144196" cy="184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Touche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F63BEB0C-9C85-55FD-B756-9BAFE28794E1}"/>
              </a:ext>
            </a:extLst>
          </p:cNvPr>
          <p:cNvSpPr txBox="1"/>
          <p:nvPr/>
        </p:nvSpPr>
        <p:spPr>
          <a:xfrm>
            <a:off x="615973" y="5544053"/>
            <a:ext cx="696262" cy="184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/>
              <a:t>5m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4D97B1BA-6780-AA61-200A-6537A36A49D3}"/>
              </a:ext>
            </a:extLst>
          </p:cNvPr>
          <p:cNvSpPr txBox="1"/>
          <p:nvPr/>
        </p:nvSpPr>
        <p:spPr>
          <a:xfrm>
            <a:off x="463068" y="4830583"/>
            <a:ext cx="863247" cy="184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400" b="1" dirty="0"/>
              <a:t>15m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62F94D2-7D50-AADD-52F0-B9943C44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707" y="3424954"/>
            <a:ext cx="5357509" cy="2688221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A0FC4EF3-D054-ED62-5E55-27713138C6D5}"/>
              </a:ext>
            </a:extLst>
          </p:cNvPr>
          <p:cNvSpPr/>
          <p:nvPr/>
        </p:nvSpPr>
        <p:spPr>
          <a:xfrm>
            <a:off x="6899381" y="5824564"/>
            <a:ext cx="595435" cy="5905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1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88695A0-D000-2AA5-1667-654224FCB6F6}"/>
              </a:ext>
            </a:extLst>
          </p:cNvPr>
          <p:cNvSpPr/>
          <p:nvPr/>
        </p:nvSpPr>
        <p:spPr>
          <a:xfrm>
            <a:off x="8997098" y="5824564"/>
            <a:ext cx="595435" cy="5905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3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8DB44CC-93EA-D353-9192-9ECAE0CBF94B}"/>
              </a:ext>
            </a:extLst>
          </p:cNvPr>
          <p:cNvSpPr/>
          <p:nvPr/>
        </p:nvSpPr>
        <p:spPr>
          <a:xfrm>
            <a:off x="7948239" y="5824564"/>
            <a:ext cx="595435" cy="5905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332054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29</Words>
  <Application>Microsoft Office PowerPoint</Application>
  <PresentationFormat>Grand écran</PresentationFormat>
  <Paragraphs>13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>CGI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CHASSANDE-BARRIOZ Sebastien [CGI]</dc:creator>
  <cp:lastModifiedBy>CHASSANDE-BARRIOZ Sebastien [CGI]</cp:lastModifiedBy>
  <cp:revision>2</cp:revision>
  <dcterms:created xsi:type="dcterms:W3CDTF">2026-07-31T07:52:22Z</dcterms:created>
  <dcterms:modified xsi:type="dcterms:W3CDTF">2026-07-31T15:01:15Z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3bc22a-f1da-44a8-828a-b8b7b48e6185_Enabled">
    <vt:lpwstr>true</vt:lpwstr>
  </property>
  <property fmtid="{D5CDD505-2E9C-101B-9397-08002B2CF9AE}" pid="3" name="MSIP_Label_a53bc22a-f1da-44a8-828a-b8b7b48e6185_SetDate">
    <vt:lpwstr>2026-07-31T08:30:19Z</vt:lpwstr>
  </property>
  <property fmtid="{D5CDD505-2E9C-101B-9397-08002B2CF9AE}" pid="4" name="MSIP_Label_a53bc22a-f1da-44a8-828a-b8b7b48e6185_Method">
    <vt:lpwstr>Standard</vt:lpwstr>
  </property>
  <property fmtid="{D5CDD505-2E9C-101B-9397-08002B2CF9AE}" pid="5" name="MSIP_Label_a53bc22a-f1da-44a8-828a-b8b7b48e6185_Name">
    <vt:lpwstr>Public Internal</vt:lpwstr>
  </property>
  <property fmtid="{D5CDD505-2E9C-101B-9397-08002B2CF9AE}" pid="6" name="MSIP_Label_a53bc22a-f1da-44a8-828a-b8b7b48e6185_SiteId">
    <vt:lpwstr>2da651fa-07e9-4e14-8225-3979c556c063</vt:lpwstr>
  </property>
  <property fmtid="{D5CDD505-2E9C-101B-9397-08002B2CF9AE}" pid="7" name="MSIP_Label_a53bc22a-f1da-44a8-828a-b8b7b48e6185_ActionId">
    <vt:lpwstr>b6446258-0d18-4020-942e-a27960560905</vt:lpwstr>
  </property>
  <property fmtid="{D5CDD505-2E9C-101B-9397-08002B2CF9AE}" pid="8" name="MSIP_Label_a53bc22a-f1da-44a8-828a-b8b7b48e6185_ContentBits">
    <vt:lpwstr>2</vt:lpwstr>
  </property>
  <property fmtid="{D5CDD505-2E9C-101B-9397-08002B2CF9AE}" pid="9" name="MSIP_Label_a53bc22a-f1da-44a8-828a-b8b7b48e6185_Tag">
    <vt:lpwstr>10, 3, 0, 1</vt:lpwstr>
  </property>
  <property fmtid="{D5CDD505-2E9C-101B-9397-08002B2CF9AE}" pid="10" name="ClassificationContentMarkingFooterLocations">
    <vt:lpwstr>Thème Office:8</vt:lpwstr>
  </property>
  <property fmtid="{D5CDD505-2E9C-101B-9397-08002B2CF9AE}" pid="11" name="ClassificationContentMarkingFooterText">
    <vt:lpwstr>Internal Public</vt:lpwstr>
  </property>
</Properties>
</file>